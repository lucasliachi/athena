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e4b4e031244214" /><Relationship Type="http://schemas.openxmlformats.org/officeDocument/2006/relationships/extended-properties" Target="/docProps/app.xml" Id="R23ca42336a07422c" /><Relationship Type="http://schemas.openxmlformats.org/officeDocument/2006/relationships/officeDocument" Target="/ppt/presentation.xml" Id="Rc76dc22ceb1941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443ee1c25d45eb"/>
  </p:sldMasterIdLst>
  <p:notesMasterIdLst>
    <p:notesMasterId xmlns:r="http://schemas.openxmlformats.org/officeDocument/2006/relationships" r:id="Rb81d627137854dc4"/>
  </p:notesMasterIdLst>
  <p:sldIdLst>
    <p:sldId xmlns:r="http://schemas.openxmlformats.org/officeDocument/2006/relationships" id="256" r:id="R1a11518b913a49c5"/>
    <p:sldId xmlns:r="http://schemas.openxmlformats.org/officeDocument/2006/relationships" id="257" r:id="R6c84fe4bdaf249f0"/>
    <p:sldId xmlns:r="http://schemas.openxmlformats.org/officeDocument/2006/relationships" id="258" r:id="R78921c74b0bd4c6d"/>
    <p:sldId xmlns:r="http://schemas.openxmlformats.org/officeDocument/2006/relationships" id="259" r:id="R14eebb032ef14b50"/>
    <p:sldId xmlns:r="http://schemas.openxmlformats.org/officeDocument/2006/relationships" id="260" r:id="R14fc7139a4e24f7d"/>
    <p:sldId xmlns:r="http://schemas.openxmlformats.org/officeDocument/2006/relationships" id="261" r:id="R875646be3a374c71"/>
    <p:sldId xmlns:r="http://schemas.openxmlformats.org/officeDocument/2006/relationships" id="262" r:id="R5884d622e07c442d"/>
    <p:sldId xmlns:r="http://schemas.openxmlformats.org/officeDocument/2006/relationships" id="263" r:id="Rab8c9d57b2e746a7"/>
    <p:sldId xmlns:r="http://schemas.openxmlformats.org/officeDocument/2006/relationships" id="264" r:id="Rae926dc38c7c48db"/>
    <p:sldId xmlns:r="http://schemas.openxmlformats.org/officeDocument/2006/relationships" id="265" r:id="Rdef2b4ab2b6a4cf1"/>
    <p:sldId xmlns:r="http://schemas.openxmlformats.org/officeDocument/2006/relationships" id="266" r:id="R05b10a9e115d4cda"/>
    <p:sldId xmlns:r="http://schemas.openxmlformats.org/officeDocument/2006/relationships" id="267" r:id="R83dfb7397f5846a9"/>
    <p:sldId xmlns:r="http://schemas.openxmlformats.org/officeDocument/2006/relationships" id="268" r:id="Re7b2834305d8475e"/>
    <p:sldId xmlns:r="http://schemas.openxmlformats.org/officeDocument/2006/relationships" id="269" r:id="R9913ae7834ff4c01"/>
    <p:sldId xmlns:r="http://schemas.openxmlformats.org/officeDocument/2006/relationships" id="270" r:id="R62cf06129ab7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b773808bdd4aff" /><Relationship Type="http://schemas.openxmlformats.org/officeDocument/2006/relationships/slideMaster" Target="/ppt/slideMasters/slideMaster1.xml" Id="Rf8443ee1c25d45eb" /><Relationship Type="http://schemas.openxmlformats.org/officeDocument/2006/relationships/notesMaster" Target="/ppt/notesMasters/notesMaster1.xml" Id="Rb81d627137854dc4" /><Relationship Type="http://schemas.openxmlformats.org/officeDocument/2006/relationships/presProps" Target="/ppt/presProps.xml" Id="Rafd8988bc2fc4701" /><Relationship Type="http://schemas.openxmlformats.org/officeDocument/2006/relationships/tableStyles" Target="/ppt/tableStyles.xml" Id="Re73f22e37b4b4be2" /><Relationship Type="http://schemas.openxmlformats.org/officeDocument/2006/relationships/slide" Target="/ppt/slides/slide1.xml" Id="R1a11518b913a49c5" /><Relationship Type="http://schemas.openxmlformats.org/officeDocument/2006/relationships/slide" Target="/ppt/slides/slide2.xml" Id="R6c84fe4bdaf249f0" /><Relationship Type="http://schemas.openxmlformats.org/officeDocument/2006/relationships/slide" Target="/ppt/slides/slide3.xml" Id="R78921c74b0bd4c6d" /><Relationship Type="http://schemas.openxmlformats.org/officeDocument/2006/relationships/slide" Target="/ppt/slides/slide4.xml" Id="R14eebb032ef14b50" /><Relationship Type="http://schemas.openxmlformats.org/officeDocument/2006/relationships/slide" Target="/ppt/slides/slide5.xml" Id="R14fc7139a4e24f7d" /><Relationship Type="http://schemas.openxmlformats.org/officeDocument/2006/relationships/slide" Target="/ppt/slides/slide6.xml" Id="R875646be3a374c71" /><Relationship Type="http://schemas.openxmlformats.org/officeDocument/2006/relationships/slide" Target="/ppt/slides/slide7.xml" Id="R5884d622e07c442d" /><Relationship Type="http://schemas.openxmlformats.org/officeDocument/2006/relationships/slide" Target="/ppt/slides/slide8.xml" Id="Rab8c9d57b2e746a7" /><Relationship Type="http://schemas.openxmlformats.org/officeDocument/2006/relationships/slide" Target="/ppt/slides/slide9.xml" Id="Rae926dc38c7c48db" /><Relationship Type="http://schemas.openxmlformats.org/officeDocument/2006/relationships/slide" Target="/ppt/slides/slide10.xml" Id="Rdef2b4ab2b6a4cf1" /><Relationship Type="http://schemas.openxmlformats.org/officeDocument/2006/relationships/slide" Target="/ppt/slides/slide11.xml" Id="R05b10a9e115d4cda" /><Relationship Type="http://schemas.openxmlformats.org/officeDocument/2006/relationships/slide" Target="/ppt/slides/slide12.xml" Id="R83dfb7397f5846a9" /><Relationship Type="http://schemas.openxmlformats.org/officeDocument/2006/relationships/slide" Target="/ppt/slides/slide13.xml" Id="Re7b2834305d8475e" /><Relationship Type="http://schemas.openxmlformats.org/officeDocument/2006/relationships/slide" Target="/ppt/slides/slide14.xml" Id="R9913ae7834ff4c01" /><Relationship Type="http://schemas.openxmlformats.org/officeDocument/2006/relationships/slide" Target="/ppt/slides/slide15.xml" Id="R62cf06129ab7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47f63a33594a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rojectFlow">
      <a:dk1>
        <a:srgbClr val="000000"/>
      </a:dk1>
      <a:lt1>
        <a:srgbClr val="FFFFFF"/>
      </a:lt1>
      <a:dk2>
        <a:srgbClr val="111318"/>
      </a:dk2>
      <a:lt2>
        <a:srgbClr val="F0F1F3"/>
      </a:lt2>
      <a:accent1>
        <a:srgbClr val="6D5BD0"/>
      </a:accent1>
      <a:accent2>
        <a:srgbClr val="3D8DFF"/>
      </a:accent2>
      <a:accent3>
        <a:srgbClr val="20A464"/>
      </a:accent3>
      <a:accent4>
        <a:srgbClr val="E19A22"/>
      </a:accent4>
      <a:accent5>
        <a:srgbClr val="D94B4B"/>
      </a:accent5>
      <a:accent6>
        <a:srgbClr val="8892A0"/>
      </a:accent6>
      <a:hlink>
        <a:srgbClr val="3D8DFF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ject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90689d82643bd" /><Relationship Type="http://schemas.openxmlformats.org/officeDocument/2006/relationships/notesMaster" Target="/ppt/notesMasters/notesMaster1.xml" Id="R461b04c4b703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c31c3c46ed4cc8" /><Relationship Type="http://schemas.openxmlformats.org/officeDocument/2006/relationships/notesMaster" Target="/ppt/notesMasters/notesMaster1.xml" Id="Rd792cde5bd7b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ec6a04b1ba4dee" /><Relationship Type="http://schemas.openxmlformats.org/officeDocument/2006/relationships/notesMaster" Target="/ppt/notesMasters/notesMaster1.xml" Id="R041bea96c0f44f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9e02c4da334a9c" /><Relationship Type="http://schemas.openxmlformats.org/officeDocument/2006/relationships/notesMaster" Target="/ppt/notesMasters/notesMaster1.xml" Id="R90ca0587d31349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341af96cdd43ad" /><Relationship Type="http://schemas.openxmlformats.org/officeDocument/2006/relationships/notesMaster" Target="/ppt/notesMasters/notesMaster1.xml" Id="R6d2619fed7474f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93dc003eb040c9" /><Relationship Type="http://schemas.openxmlformats.org/officeDocument/2006/relationships/notesMaster" Target="/ppt/notesMasters/notesMaster1.xml" Id="R6626f046c52d4e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601ec3ff5e44e6" /><Relationship Type="http://schemas.openxmlformats.org/officeDocument/2006/relationships/notesMaster" Target="/ppt/notesMasters/notesMaster1.xml" Id="R665cdaf3f16743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6a7118869c4eb4" /><Relationship Type="http://schemas.openxmlformats.org/officeDocument/2006/relationships/notesMaster" Target="/ppt/notesMasters/notesMaster1.xml" Id="R218a2ae3f9c940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e946a0b428498c" /><Relationship Type="http://schemas.openxmlformats.org/officeDocument/2006/relationships/notesMaster" Target="/ppt/notesMasters/notesMaster1.xml" Id="R4eacd79ef3874e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c06ea58c404cb2" /><Relationship Type="http://schemas.openxmlformats.org/officeDocument/2006/relationships/notesMaster" Target="/ppt/notesMasters/notesMaster1.xml" Id="R5b56b7b97bf547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5dd95eba064389" /><Relationship Type="http://schemas.openxmlformats.org/officeDocument/2006/relationships/notesMaster" Target="/ppt/notesMasters/notesMaster1.xml" Id="R0273c5f5cde544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e7f2d151514166" /><Relationship Type="http://schemas.openxmlformats.org/officeDocument/2006/relationships/notesMaster" Target="/ppt/notesMasters/notesMaster1.xml" Id="Rb6314afaf7a745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579dfccaba4994" /><Relationship Type="http://schemas.openxmlformats.org/officeDocument/2006/relationships/notesMaster" Target="/ppt/notesMasters/notesMaster1.xml" Id="R486cf77d9739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96e478174a4742" /><Relationship Type="http://schemas.openxmlformats.org/officeDocument/2006/relationships/notesMaster" Target="/ppt/notesMasters/notesMaster1.xml" Id="R143786e5efd947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38842187be4c58" /><Relationship Type="http://schemas.openxmlformats.org/officeDocument/2006/relationships/notesMaster" Target="/ppt/notesMasters/notesMaster1.xml" Id="Rad6c63e11b0f43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- src/App.tsx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- src/pages/Landing.test.tsx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- src/pages/Landing.test.tsx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- src/pages/Landing.test.tsx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- src/App.tsx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src/pages/Landing.test.tsx</a:t>
            </a:r>
          </a:p>
          <a:p xmlns:a="http://schemas.openxmlformats.org/drawingml/2006/main">
            <a:r>
              <a:t>- Evidência da execução do commit aaf67f9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393b7c28445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ce57c3e534cc4" /><Relationship Type="http://schemas.openxmlformats.org/officeDocument/2006/relationships/slideLayout" Target="/ppt/slideLayouts/slideLayout1.xml" Id="R9e3c33d2364f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c33d2364f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rojectFlow">
      <a:dk1>
        <a:srgbClr val="000000"/>
      </a:dk1>
      <a:lt1>
        <a:srgbClr val="FFFFFF"/>
      </a:lt1>
      <a:dk2>
        <a:srgbClr val="111318"/>
      </a:dk2>
      <a:lt2>
        <a:srgbClr val="F0F1F3"/>
      </a:lt2>
      <a:accent1>
        <a:srgbClr val="6D5BD0"/>
      </a:accent1>
      <a:accent2>
        <a:srgbClr val="3D8DFF"/>
      </a:accent2>
      <a:accent3>
        <a:srgbClr val="20A464"/>
      </a:accent3>
      <a:accent4>
        <a:srgbClr val="E19A22"/>
      </a:accent4>
      <a:accent5>
        <a:srgbClr val="D94B4B"/>
      </a:accent5>
      <a:accent6>
        <a:srgbClr val="8892A0"/>
      </a:accent6>
      <a:hlink>
        <a:srgbClr val="3D8DFF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ject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f06c90bf7430e" /><Relationship Type="http://schemas.openxmlformats.org/officeDocument/2006/relationships/notesSlide" Target="/ppt/notesSlides/notesSlide1.xml" Id="Raff15dcb310f47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5b4e238a420a" /><Relationship Type="http://schemas.openxmlformats.org/officeDocument/2006/relationships/notesSlide" Target="/ppt/notesSlides/notesSlide2.xml" Id="Rf5a3c789e00943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d3b27f93b468c" /><Relationship Type="http://schemas.openxmlformats.org/officeDocument/2006/relationships/notesSlide" Target="/ppt/notesSlides/notesSlide3.xml" Id="R81d8adecd89f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688a88f034742" /><Relationship Type="http://schemas.openxmlformats.org/officeDocument/2006/relationships/notesSlide" Target="/ppt/notesSlides/notesSlide4.xml" Id="R883827b319824d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81969ce6e417d" /><Relationship Type="http://schemas.openxmlformats.org/officeDocument/2006/relationships/notesSlide" Target="/ppt/notesSlides/notesSlide5.xml" Id="R3cf6e01f180e4d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2af4bca9c466a" /><Relationship Type="http://schemas.openxmlformats.org/officeDocument/2006/relationships/notesSlide" Target="/ppt/notesSlides/notesSlide6.xml" Id="R03818a629c0a43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643402a9e46f0" /><Relationship Type="http://schemas.openxmlformats.org/officeDocument/2006/relationships/notesSlide" Target="/ppt/notesSlides/notesSlide7.xml" Id="R1837705be58d43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5f72ffdd4405e" /><Relationship Type="http://schemas.openxmlformats.org/officeDocument/2006/relationships/notesSlide" Target="/ppt/notesSlides/notesSlide8.xml" Id="Re544183bb9cb49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56f9fba054ae3" /><Relationship Type="http://schemas.openxmlformats.org/officeDocument/2006/relationships/notesSlide" Target="/ppt/notesSlides/notesSlide9.xml" Id="Rf0ae4f62e4bd45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3355987384831" /><Relationship Type="http://schemas.openxmlformats.org/officeDocument/2006/relationships/notesSlide" Target="/ppt/notesSlides/notesSlide10.xml" Id="R9185a38d69b743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beba9d5b44365" /><Relationship Type="http://schemas.openxmlformats.org/officeDocument/2006/relationships/notesSlide" Target="/ppt/notesSlides/notesSlide11.xml" Id="R4e16db07f5b445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dfbb780034696" /><Relationship Type="http://schemas.openxmlformats.org/officeDocument/2006/relationships/notesSlide" Target="/ppt/notesSlides/notesSlide12.xml" Id="R00d73c53bbe74f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087dfd6b94d37" /><Relationship Type="http://schemas.openxmlformats.org/officeDocument/2006/relationships/notesSlide" Target="/ppt/notesSlides/notesSlide13.xml" Id="R7eb4535874db44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ca67d448d4432" /><Relationship Type="http://schemas.openxmlformats.org/officeDocument/2006/relationships/notesSlide" Target="/ppt/notesSlides/notesSlide14.xml" Id="R90a9a079b27843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a13b23dc6427f" /><Relationship Type="http://schemas.openxmlformats.org/officeDocument/2006/relationships/notesSlide" Target="/ppt/notesSlides/notesSlide15.xml" Id="Rbde43748214c40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B86A4-2609-4961-B14E-92F8A5C0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F4BF6-02BA-42F4-A553-D5726FBF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Landing de</a:t>
            </a:r>
          </a:p>
          <a:p xmlns:a="http://schemas.openxmlformats.org/drawingml/2006/main">
            <a:pPr algn="l">
              <a:defRPr sz="4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experimentação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4D46D-5021-4824-A210-A698837E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Documentação funcional e técnica ampliada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755B0-94AB-411F-9216-A8D6FF31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Objetivo · experiência · regras · arquitetura · qualidade · evolução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C19C0-6372-4E23-B557-56DE5285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"/>
            <a:ext cx="21717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262B7-EBE7-44D9-A537-439A8DF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81050"/>
            <a:ext cx="217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7EEE6-77FB-4D92-BAB5-E0CEDD84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Versão 2 · 06 agosto 2026</a:t>
            </a:r>
          </a:p>
        </p:txBody>
      </p:sp>
    </p:spTree>
    <p:extLst>
      <p:ext uri="{BB962C8B-B14F-4D97-AF65-F5344CB8AC3E}">
        <p14:creationId xmlns:p14="http://schemas.microsoft.com/office/powerpoint/2010/main" val="1865315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C55F3-5B09-4893-B806-4226CC30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4166F-8603-4187-B15B-8A0A1191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funcionalidade reduz a distância entre interesse 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C581D-8202-4860-B4D5-068D3D32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84A6B-55D7-49BC-9B40-67CBC97C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A8B6C-2D8F-45E3-938E-FCB22DD8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3FE6-E2B6-4D8E-A2B8-A37E364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Comunicar valor executivo e levar o visitante diretamente à experiência real do ProjectFlow.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9793C-587D-42F3-8199-FA87DC8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PÚBLICO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C1CE3-4CC4-4D71-8803-A53D3A7D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Diretores, gestores de projetos e responsáveis por portfólio que precisam acompanhar risco, prazo e alocação.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22DF-F4DF-48AB-B2CE-1531C917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36766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A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164BC-3CE7-41B8-ABC4-05C13D81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Conversão desta versão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5200E-57A1-4160-B50F-9BA6958E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/dashboard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BF9DB-3D32-417B-8353-21AF18A0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Sem cobrança</a:t>
            </a:r>
          </a:p>
          <a:p xmlns:a="http://schemas.openxmlformats.org/drawingml/2006/main">
            <a:pPr algn="l">
              <a:defRPr sz="16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Sem formulário</a:t>
            </a:r>
          </a:p>
          <a:p xmlns:a="http://schemas.openxmlformats.org/drawingml/2006/main">
            <a:pPr algn="l">
              <a:defRPr sz="16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Sem cadastro obrigatório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D662B-7856-4705-B9FA-FFD17163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Decisão de produto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2DA62-6EEF-4743-9654-B4BA0342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625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Demonstrar antes de vender.</a:t>
            </a:r>
          </a:p>
        </p:txBody>
      </p:sp>
    </p:spTree>
    <p:extLst>
      <p:ext uri="{BB962C8B-B14F-4D97-AF65-F5344CB8AC3E}">
        <p14:creationId xmlns:p14="http://schemas.microsoft.com/office/powerpoint/2010/main" val="945216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0267AF-4CFC-450E-B2AF-A3C68EA0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EDC5E-45C3-4C9D-9073-7F5B3C6D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 redesenho removeu barreiras e alegações sem evidência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92E4A-11E8-422F-AD93-B9598D77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5D937-D994-483B-8720-7C84CE2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0C278-8E38-414B-A56F-8C1890F0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EXPERIÊNCIA ANTERIOR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4D1E5-201C-4C48-9605-3AD195DE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NOVA EXPERIÊNCIA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529C7-BE2D-4DD1-94A3-4E577E0C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Preço e checkout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4433F-517A-4D03-B590-561D7311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94CA0-E498-40CF-9795-C31A480C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Experimentação direta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B0CD5-FC07-4192-9F89-03F2C775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688FB-25CC-4311-899B-755132D4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Urgência promocional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0FE13-0562-40C5-A377-FCB279EC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B96F5-0A2F-4F31-AC73-07BA2A55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Proposta de valor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75827-E4B8-47D4-A6DD-428E869A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30F19-A0D7-42D8-ADA0-E935C1E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Popup obrigatório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A752A-6703-4AF5-9B3C-1A2BA976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18538-0937-4FAA-AE26-CE64B404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Acesso sem cadastro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E2A33-41F8-4A47-AC33-A6358506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0E0D7-DB60-48AC-B333-5908CE9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Promessas genéricas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AB330-5062-4F84-AE67-F2232FE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E9973-A2CA-47C1-8FB8-68DF7BD3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Benefícios observáveis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F55E8-61DB-4609-ABE4-E9258239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240D5-05A9-4598-AAFA-55AB4721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“Project Flow”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5DBF9-428A-4C96-8E38-A252C218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78E62-5A2A-4FB7-B367-99E27C05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5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Marca padronizada: ProjectFlow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130E27-284F-49C7-9D1E-718FF9B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8D8EF-FACA-403C-B717-BC66D865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1AABF-AD59-4AF9-9F5D-3978BCA0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Menos fricção, mais coerência com o estágio atual do produto.</a:t>
            </a:r>
          </a:p>
        </p:txBody>
      </p:sp>
    </p:spTree>
    <p:extLst>
      <p:ext uri="{BB962C8B-B14F-4D97-AF65-F5344CB8AC3E}">
        <p14:creationId xmlns:p14="http://schemas.microsoft.com/office/powerpoint/2010/main" val="194072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A4129-8586-4A91-894C-920B9B9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96024-8D9E-457A-BB30-CF16EECB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mensagem conecta dados do projeto a decisões executivas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A291A-5AFC-4011-958D-0AB6A62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D7593-FE2A-4A3E-8358-1CC2289A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FCADB-972B-4E29-944B-2CCA146C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“Transforme projetos em decisões previsíveis”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2711B-8CCF-4320-A454-7EDAE632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94BD5-DEBC-4484-BEA3-94AD47F9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Prazos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49370-BFAB-4068-83F5-9A58818C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Quando esperamos entregar?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B8C1A-8047-4653-A29C-A8EECB9A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07E98-6783-4463-A323-44F9484A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86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Riscos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54325-8DC8-4E10-8C94-F45B57D9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195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O que pode desviar o plano?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C9DE6-DC91-4D81-9E03-C47CFB3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9156E-B3AB-4898-8DCF-C96846C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Progresso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09BAC-BBC9-4317-BF7B-6C5EA48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Quanto já foi realizado?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84258-0DAF-49A8-8931-26724420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765A5-60D9-42A2-BD9F-AD6BE711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Alocação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F457B-BD82-4D27-863D-FB73B45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Quem está atuando em quê?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3E7DE-9497-4E3B-B4ED-764A00CA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C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B9132-7FAD-477F-9AAB-AE6EA7E1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Leitura resultante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3C941-55CC-4B66-9353-18118296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815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Onde agir agora — e o que esperar das próximas entregas.</a:t>
            </a:r>
          </a:p>
        </p:txBody>
      </p:sp>
    </p:spTree>
    <p:extLst>
      <p:ext uri="{BB962C8B-B14F-4D97-AF65-F5344CB8AC3E}">
        <p14:creationId xmlns:p14="http://schemas.microsoft.com/office/powerpoint/2010/main" val="1632049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4475E6-C902-4FB1-9954-435A8F63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56C88-9784-409C-B3A9-51C447BF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Cinco blocos conduzem a narrativa sem dispersar a atenção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D8941-6EAE-4A38-BD77-62E96E03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A7400-F3DC-428A-97FB-0C7AF7A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56F56-F9E1-47DA-8A88-F6A78F55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274D8-C3CB-4CD8-980D-8EC0E4DD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AA93C-CC6C-4990-80FE-BCB76FA5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Cabeçalho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55BAB-F20F-48B8-90EB-CA2750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Marca, âncoras, Entrar e CTA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DBB7B-BAF4-4C23-8A28-5948301E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716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continua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DD5FA-A19F-4F34-AEF5-3E82180D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145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5024D-3882-4B1C-8552-49F9692E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ABFA9-AAEB-4F11-AD2F-9993885C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04C31-8FD8-4430-A2EF-E03C70B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6EBEA-970C-464B-B2EC-5ACD5B5F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812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Promessa, contexto, CTA e prévia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51260-3460-4B7C-B5D6-2C3271E3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908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continua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18F1B-36C5-4EF0-9535-D05FC9D2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337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68233-0353-46DC-9A95-06ACA75E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0833B-D0B2-4CBA-95C9-A5C05CF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995B9-E999-425E-8A74-74B48D0C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90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Benefícios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F7494-26C6-4413-8A25-55E9CDA9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04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Quatro resultados de negócio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B5F5B-29FB-4124-B9D4-4859166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099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continua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5D390-4E65-4129-8DAE-0100BFD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52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216E2-757C-4CAE-9FE2-E5C9101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DD419-F9FD-4A03-B8F7-B41FF93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415CA-B6D7-40A5-ABE2-1AE70857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0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Como funciona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ACF60-5A5C-40F6-801B-B18492D5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95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Planeje, acompanhe e decida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D600E-F2F4-4D8C-AFCA-6CD48438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29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continua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2E041-F4D4-4CF8-875F-8474A4CC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72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57AB4-FF89-4F40-857B-76E91C65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4DB8BA-53F9-482B-A2DD-3CD11690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2CCBF-61F6-45BA-8FF1-18B1D99B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Fechamento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7C444-DAD5-4778-8A9F-337CE94C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387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Reforço de valor e CTA final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9A4F2E-989F-4223-8C74-1941F9AD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converte</a:t>
            </a:r>
          </a:p>
        </p:txBody>
      </p:sp>
    </p:spTree>
    <p:extLst>
      <p:ext uri="{BB962C8B-B14F-4D97-AF65-F5344CB8AC3E}">
        <p14:creationId xmlns:p14="http://schemas.microsoft.com/office/powerpoint/2010/main" val="1456628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11B2C-12C9-4B40-9A10-73F33927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F54AC-35AE-475A-807D-5C103EF5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Cabeçalho e hero resolvem orientação, mensagem e 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D5237-3FCD-41BB-84A5-CC3F662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475D9-2E98-458B-95A0-1398DD3C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F0510-7867-4131-9777-96F201A2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CABEÇALHO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81AF6-B964-4B00-80DD-7868A07C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8FB92-FA41-475E-BE33-765893B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7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Marca “ProjectFlow” volta ao início.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B5FAC-3647-46E2-84B5-B6EB213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13FBF-441D-4B7F-9E2F-BEA95A10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7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Âncoras levam a Benefícios e Como funciona.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502A2-5348-404B-B96D-439CE10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0AB3C-0D35-4787-B699-8FCEE4EB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97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Entrar e Experimentar grátis abrem /dashboard.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0D689-27F8-4C2D-A622-7287073C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HERO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449B3-F77F-468C-94FB-3021573E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86668-D71B-4B80-BBB5-9A7C909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Identifica gestão orientada por dados.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63F93-7D43-4CB8-9090-D0EC3C6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0A359-3F3F-4360-AAFF-C16F878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Apresenta a promessa de previsibilidade.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BDDAE-44AB-4E3E-8F4B-CDF1A93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34A92-A19B-49BA-B0C7-8BC7606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Explica prazo, risco, progresso e alocação.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3B806-5283-4C84-B4F9-53B9FDE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A33D5-2734-4AEB-A684-DD1E5C5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Exibe CTA principal e “sem cadastro”.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1F4F5-D406-48BC-9E1C-44F8239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010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A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81C313-7014-493B-B250-8E232F96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Regra de decisão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D2581-5794-4E64-84D5-81F350C9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Uma única ação de produto: experimentar o dashboard.</a:t>
            </a:r>
          </a:p>
        </p:txBody>
      </p:sp>
    </p:spTree>
    <p:extLst>
      <p:ext uri="{BB962C8B-B14F-4D97-AF65-F5344CB8AC3E}">
        <p14:creationId xmlns:p14="http://schemas.microsoft.com/office/powerpoint/2010/main" val="1158469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E9162-33F5-4A56-A844-B7A542E8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3A1EC-166E-41F4-808E-C95A0796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prévia demonstra o tipo de leitura entregue pelo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BF494-4D10-448D-BBF9-325222C3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61E14-DEE4-4897-A808-649B929B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2631-CBFA-4450-82D1-BB2FD819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31AC6-23CD-4D31-A6FD-2D367F50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Projetos ativos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C4498-0056-443C-A96F-684EFA98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Dimensão do portfólio em acompanhamento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C3641-7658-44D7-97B9-E1420C7F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54B7C-9A8F-4994-B3ED-A36CE0A4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68%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F048F-1372-4506-8629-7CBC4609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85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Progresso médio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65073-C01B-4E36-BFC1-290D9AB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Visão consolidada da execução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E3425-440B-4CC9-96E2-500F46CB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861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82673-4A3A-435B-B5B6-93942730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19A2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19A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4D5A7-AF86-417B-8D42-EBA90C9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528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Riscos críticos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BD2F6-AF6D-4E78-A589-14FE047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Pontos que exigem atenção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1DE06-CC78-4F47-AFF3-6B0D6485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76C6F-23CC-427D-BD63-7884990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766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8220A-D83B-4064-AB47-1DF8B98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Profissionais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D7973-CEE2-4605-94B5-883AC550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Capacidade alocada nos projetos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03F3D-2464-43F8-B955-196E1A39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99C38-1618-4426-AB05-57E43014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Importante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252AC-D36B-4CD9-9074-0DB08D66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composição é ilustrativa e não simula controles interativos.</a:t>
            </a:r>
          </a:p>
        </p:txBody>
      </p:sp>
    </p:spTree>
    <p:extLst>
      <p:ext uri="{BB962C8B-B14F-4D97-AF65-F5344CB8AC3E}">
        <p14:creationId xmlns:p14="http://schemas.microsoft.com/office/powerpoint/2010/main" val="1089572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98BB5-6B03-4A95-AF7B-D6B7BD1F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AB10C-C049-44F8-A335-8396F97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Cada benefício responde a uma pergunta de gestão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9016A-256A-424A-9ACB-02CB302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95467-B330-4D7D-89A8-3E7877C2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C64B8-69D5-43F4-8738-8117FCF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BENEFÍCIO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58877-CC11-4874-8BBD-2D595FB7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95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PERGUNTA RESPONDIDA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274BC-8270-4D91-B423-757A30C4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DECISÃO APOIADA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8FC74-C562-400B-982B-A1D0F372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Previsibilidade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8CB53-B7FD-485B-988C-DDAA281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52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Quando entregaremos?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14149-6C57-431F-AF84-CE29D9AD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Repriorizar prazo ou escopo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49B94-CD7A-4A22-A25F-E244540E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48CC1-81A2-4C0F-BB9C-FC463024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Riscos antecipados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A03B0-8012-4140-9B27-BC35106E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O que ameaça a entrega?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CCDA0-9B1B-41BE-A751-64DA19E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Tratar impedimentos primeiro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B87B1-30FE-405A-82EE-F495F049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4B239-986B-4232-A557-658B65DC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Alocação transparente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01EC9-E1C1-4136-8111-34027E51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Quem está em cada frente?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399BC-32C6-41F1-871F-020E520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Realocar atenção e responsabilidade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9A6FE-1769-4A73-86B0-FFF03923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9FB05-C5F2-43AD-B495-708E8219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Decisões data-driven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472C9-B743-41BD-A739-AA7DA8F5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38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Onde agir agora?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9F2C1-9C1B-48BD-B25B-5188617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Priorizar com evidência consolidada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3FC25-1F05-4A98-B4AE-96FE8DD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181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FA3A9-EED3-42A9-B4F9-9D502D96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7DCB6-97A5-467C-AA5B-90665A82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navegação preserva contexto e evita becos sem saída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BC88A-5E26-4CBF-813D-9BFA5B7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37907-CD59-4478-814F-3F8EBAE4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43B5F-E4A4-4926-B0FF-9AC3C7AE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45C87-6B04-4179-9929-272221E4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6D4CC-4030-484F-B0C7-2C7FEC3A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EA033-9E2B-4A54-BA35-9E8714A0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Chegada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A5FD8-740D-4823-BBBF-4B7D596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F72A1-4B7F-4CD9-AB60-EBD8557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D175F-7FFE-4A5B-BE80-1D107575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8EB9A-D942-410D-BFAD-C832E773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Exploração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5A44D-E8CC-4FCD-A642-E5703241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#beneficios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72C70-6508-4B7E-B413-DD1153C4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62C81-40D4-4F76-B0F0-7485BEC9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B4F11-5BBC-42D0-8A59-18B0F48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Entendimento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F7952-6D61-42FA-B879-2983F47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#como-funciona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A07DF-71AC-4558-ABFD-7EE5E397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14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8E58C-294F-4D0D-B52B-CBDD8147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4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945E1-7572-4854-BCEF-68C82CD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48150-9780-4D58-A2A3-47F0BCC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62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/dashboard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A3328-1A41-4ABC-9308-26ED77E6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Comportamento comum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8ABE4-DC96-4ACD-9606-191E1B0B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Todos os CTAs navegam na mesma aba; não há popup, checkout ou redirecionamento externo.</a:t>
            </a:r>
          </a:p>
        </p:txBody>
      </p:sp>
    </p:spTree>
    <p:extLst>
      <p:ext uri="{BB962C8B-B14F-4D97-AF65-F5344CB8AC3E}">
        <p14:creationId xmlns:p14="http://schemas.microsoft.com/office/powerpoint/2010/main" val="174121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1B5D4-05E1-4460-A66D-DC3672F1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1ABB-7C1C-4959-9A0C-E8D01602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 contrato de navegação é explícito e testável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29A7F-DCAD-43FC-BFA4-668D2556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66F7E-268A-407D-AD75-853CF1A5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A1627-3BF8-4F05-8C06-5F996E22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ELEMENTO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D28DB-C081-49F9-BE29-914F0F84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DESTINO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94DC6-1849-463C-9C24-2CAE311A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TIPO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09A8D-84A7-49B5-86ED-53A7FDC0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9C728-3C10-485C-847E-E7BD227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Marca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EFAB4-2CC1-4799-B4DC-8C8B823B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5BD0"/>
                </a:solidFill>
                <a:latin typeface="Arial"/>
                <a:ea typeface="Arial"/>
                <a:cs typeface="Arial"/>
              </a:rPr>
              <a:t>#inicio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5CD12-2226-45B2-9923-D387FF32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Âncora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C2B2C-B7A8-44E8-B57D-EF4CC938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Volta ao hero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BF8E9-73EB-4BD2-B664-3462844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35109-0B8E-409C-85CD-4830EBB3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Benefícios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3C1D0-B0BE-403F-B511-FED950DA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5BD0"/>
                </a:solidFill>
                <a:latin typeface="Arial"/>
                <a:ea typeface="Arial"/>
                <a:cs typeface="Arial"/>
              </a:rPr>
              <a:t>#beneficios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62DC4-FC59-467B-923E-08AA3F5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Âncora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E8A45-858F-4034-8AE5-8C07A94D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Exibe resultados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3014A-7F39-4835-9BDE-1D01A021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E64A8-7161-4E10-B270-107E1FE8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Como funciona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FA461-189E-4F0F-A565-78191A14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5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5BD0"/>
                </a:solidFill>
                <a:latin typeface="Arial"/>
                <a:ea typeface="Arial"/>
                <a:cs typeface="Arial"/>
              </a:rPr>
              <a:t>#como-funciona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96B1E-CAA5-43EC-AABA-9A9D2F6E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B16D-11A7-4710-9A92-E68ECB8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Exibe fluxo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AEB62-CAE3-4245-9DE8-3B78D589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5313E-4AA0-4F0B-A5DF-83879FC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Entrar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C0F0A-7DF4-4755-AF70-82B116FE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5BD0"/>
                </a:solidFill>
                <a:latin typeface="Arial"/>
                <a:ea typeface="Arial"/>
                <a:cs typeface="Arial"/>
              </a:rPr>
              <a:t>/dashboard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D60BD-6C07-4249-BA34-1E8A424C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Rota interna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75645-9466-4EE9-8F7B-E94307AF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Abre produto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9AA62-BC8D-4EFA-8F3C-17951271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ECE56-72FC-430C-8AF1-64FBC6A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Experimentar grátis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C68BE8-0077-4548-B84C-8250C0B3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5BD0"/>
                </a:solidFill>
                <a:latin typeface="Arial"/>
                <a:ea typeface="Arial"/>
                <a:cs typeface="Arial"/>
              </a:rPr>
              <a:t>/dashboard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8BABA-4818-4F19-BE6E-0D7C747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Rota interna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7B3CF1-0DD0-40BC-A266-F8D52224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Abre produto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5F234-3784-4B2F-8057-D6C7F1F5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399AE5-3275-472E-8208-B3BD179D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Sem integração externa nesta versão.</a:t>
            </a:r>
          </a:p>
        </p:txBody>
      </p:sp>
    </p:spTree>
    <p:extLst>
      <p:ext uri="{BB962C8B-B14F-4D97-AF65-F5344CB8AC3E}">
        <p14:creationId xmlns:p14="http://schemas.microsoft.com/office/powerpoint/2010/main" val="113669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EF9EA-FE34-4D6D-8EB8-5046E79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8137C-DC63-4ECE-A3C5-ABD457E1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Responsividade preserva a prioridade do conteúdo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45C7C-6B6B-4774-9013-CFA34247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7CBD3-6FD2-4F91-B2A1-DE2D228A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B6750-EAC1-41A4-A964-5DA06812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28BD7-5F31-44D6-9E59-2F9066B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B8A76-C676-48BF-90D3-87B045C2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Hero em duas colunas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F609B-F127-48A4-9004-9322836F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Prévia ao lado da mensagem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0608C-F839-451F-9B04-437B1C74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Navegação completa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DCDAA-99C3-4A84-A880-9C0EA19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Tablet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EF6D6-FB9E-45B3-A4A2-DC2F55C6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43150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C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90E25-3738-4EF8-9733-7FDF0DB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Hero reorganizado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4AE46-A902-4F16-A624-574C3E3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67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Cards em duas colunas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FF7F0-AF12-4327-94B8-741B8DD3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10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Espaços preservados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8323B-1458-4CB1-9C01-17399D53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Celular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52318-655B-436A-811D-0BA7455A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338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C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8905D-3438-46BD-B29A-1E292DBA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Fluxo em uma coluna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F45CF-1949-497D-91F5-F98C9B02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Prévia abaixo do CTA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44FC1-357D-4BAE-9BDB-ABD59C99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Sem overflow horizontal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947B9-2A5C-49D9-B956-6D73B679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01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C1955-7C45-41D2-A50B-25550B2A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Critério de aceitação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65770-F27F-4CB6-B13A-D3CBC22C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673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experiência permanece legível e acionável em qualquer largura.</a:t>
            </a:r>
          </a:p>
        </p:txBody>
      </p:sp>
    </p:spTree>
    <p:extLst>
      <p:ext uri="{BB962C8B-B14F-4D97-AF65-F5344CB8AC3E}">
        <p14:creationId xmlns:p14="http://schemas.microsoft.com/office/powerpoint/2010/main" val="500520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DF944-5917-4D80-85FD-3BEBBD79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36812-AF5C-4578-9A20-5A90EB06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Acessibilidade foi tratada como requisito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CF879-ED76-47E5-A23F-9F13E6EC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F774C-D32D-4937-8762-2329D290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900EE-7EBF-4414-9FC1-E52D132D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C8BC2-FE9E-4087-946D-F5A120FF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Estrutura semântica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7F2C3-FC45-49F4-970B-B5FBB08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header, main, sections e footer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6248F-8961-44B5-8949-E4345A74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81F25-AE8C-4028-8425-5D5EB381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Nomes acessíveis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51B05-43C4-4CBE-BD9A-0348531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Links e ações comunicam sua finalidade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DBD5B-11E0-48DE-B620-CEE1FE5C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A106D-E03B-4DEF-99AB-4CE4D20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Prévia não interativa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859AC-0D98-465E-B26A-BA972C09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role="img" com descrição explícita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42C55-23D0-42BF-BD0E-45DD29F5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EDFD6-8E05-4F3E-B3A1-6E065F74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Ícones decorativos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B0354-5165-4C34-9BDC-704BA7FC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43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aria-hidden evita leitura redundante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A6FAA-5D32-4FC8-98C2-32A07DCF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7AE81-A2AF-4072-8FD5-8B801BC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Movimento reduzido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22BE1-F93B-4678-A0C4-C04EA865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motion-reduce remove transformação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9BA13-2B58-4EBA-9CA2-2CD0DAC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2324C-C9AF-4312-849F-C701212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8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Foco por teclado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AEEF1-E5C6-413A-8EB9-3C55893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387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Componentes preservam foco visível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E0341-7046-4E98-BAE0-5AFF658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Validação automatizada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FE9CF-C969-4F41-AE85-F75A93AD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769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Regiões estruturais e ilustração acessível fazem parte do contrato de teste.</a:t>
            </a:r>
          </a:p>
        </p:txBody>
      </p:sp>
    </p:spTree>
    <p:extLst>
      <p:ext uri="{BB962C8B-B14F-4D97-AF65-F5344CB8AC3E}">
        <p14:creationId xmlns:p14="http://schemas.microsoft.com/office/powerpoint/2010/main" val="5071559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0E7DDB-A2E2-497F-920D-AAD8328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7C8BE-9FE0-4038-A360-CF2EB629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Arquitetura enxuta preserva o foco da funcionalidade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3C188-3001-4F42-B3A4-176B1ACB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E6126-929B-4E0F-8C78-D4336973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EBC38-7C7C-448A-9597-A94CAC7C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1BDA4-BCDE-4293-8800-C7C5A9C0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9F8A5-0DBE-4920-A899-0201DE18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01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Landing.tsx concentra conteúdo e composição.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9A13C-5E66-4C1F-8A81-0999C968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EAEF9-62C7-4C9C-A50F-F2C3A82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1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Arrays locais descrevem benefícios e passos.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FD2FD-DAAA-43BA-BDC8-48828DB5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D3683-FCE1-4013-BE31-DCBDA78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01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React Router conecta a página ao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4F633-5BD3-4495-885C-F9C6233D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1071F-E0AD-43C8-8832-6B59A328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501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Tailwind, Lucide e Button já existentes são reutilizados.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66233-374B-46D0-BD71-F88CF815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FORA DO ESCOPO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95B5E-B330-4E3B-B8E1-71AAFCC9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75764-07BE-42C7-8A9E-284A5105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Autenticação e criação de conta.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DC823-CBBC-43F5-8FED-E31F629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59330-02B7-4403-96DE-A39A314A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Checkout, preço e planos comerciais.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8830A-5F32-43F4-AF23-4253BA2F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129DA-DC20-4F9C-9822-4EAC02C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Persistência de estado ou formulários.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A50A6-F407-4D42-82B4-77BC324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C66F4-D2A8-4A43-BEFE-BC1FA402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Backend, analytics e dependências novas.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70425-04B2-49E9-85D3-82ECC5B4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01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A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A1944-7DD2-4B26-96D1-9AEA3A2E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Impacto técnico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7DC94-9FFE-4528-B83C-CDE02E2C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2 arquivos de produto/teste · 0 dependências · rota existente preservada</a:t>
            </a:r>
          </a:p>
        </p:txBody>
      </p:sp>
    </p:spTree>
    <p:extLst>
      <p:ext uri="{BB962C8B-B14F-4D97-AF65-F5344CB8AC3E}">
        <p14:creationId xmlns:p14="http://schemas.microsoft.com/office/powerpoint/2010/main" val="842431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1C45E4-B524-42C1-8E97-A4E9E0F6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NOVA LANDING · DOCUMENTAÇÃO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F9AD3-C1E2-48FF-B7D8-13C26E2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Os testes rastreiam os comportamentos essenciais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37D0E-B423-41D5-9580-0D6D9C07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B29B2-B9EE-4CAB-AA8B-FDBC5739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91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EA07B-41DC-44FE-B15A-FB8BF38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COMPORTAMENTO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5FE10-3BAA-491A-9760-E5749A71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EVIDÊNCIA DO TESTE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41CE9-66BB-4B47-A996-F45EF6E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764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ED619-2CF2-42C0-B05B-209E1280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Proposta e benefícios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25616-577A-47B0-BEA5-744A3686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Título + 4 benefícios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EA427-464E-4E1C-A703-5BD6F27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76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58C2A-EA47-4D45-8300-D7F5A13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F6614-6C8F-46C6-9B7E-833DD02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CTAs do produto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F35A9-DC39-481C-9D0B-26E73326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051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Links para /dashboard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441DA-56A5-4D6D-B5E7-DCF8752A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051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3FBD7-51BA-4F2F-B3CB-56D00121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AA3EB-0208-49EA-86B4-0FA8ED0B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Navegação interna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7589E-8B3B-4EAF-B1E6-6CFE78B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2 âncoras + 3 passos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31032-4D19-491B-91FD-9114C6B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33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E1DA7-EBA9-4B14-AE83-70BCFBFC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C7D51-8D5F-4220-B862-3BED3232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Remoção comercial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08855-02E3-4103-81BA-A8B32197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Sem preço, oferta ou diálogo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F9F93-C2AF-4AE7-94B7-7049ACBD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624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C85EA-DAE3-4D86-8F2B-993BE45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DD726-A688-4B4B-919E-A5A55AD1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Prévia executiva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F9AF2-6AC9-4BEE-AF79-CB362FD4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Ilustração sem controles falsos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754B6-8D8F-4AA8-A69E-1CFC9FFD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910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7C282-CF25-40ED-B832-8218D929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07B44-17A3-4840-BF28-C8AF398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Estrutura responsiva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F372D-6F3F-4ABB-BFA9-15E865B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Regiões + breakpoint do hero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A64C7-772D-47D0-A6D1-C47949D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219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EC316-6CD0-43FD-8DDE-F5E23F1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27EDE-4E86-41D8-99E1-8BDC349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Execução final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F7371D-2802-456B-9055-B60E49C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24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6/6 testes da landing · 54/54 testes da suíte · build aprovado</a:t>
            </a:r>
          </a:p>
        </p:txBody>
      </p:sp>
    </p:spTree>
    <p:extLst>
      <p:ext uri="{BB962C8B-B14F-4D97-AF65-F5344CB8AC3E}">
        <p14:creationId xmlns:p14="http://schemas.microsoft.com/office/powerpoint/2010/main" val="12793811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42900-8D0D-4C08-BAC1-4CCD4F28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A3F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FA3F0"/>
                </a:solidFill>
                <a:latin typeface="Arial"/>
                <a:ea typeface="Arial"/>
                <a:cs typeface="Arial"/>
              </a:rPr>
              <a:t>RESULTADO E EVOLUÇÃO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93621-3F33-477E-BAA5-EDD3F918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04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landing está pronta para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experimentação — e para aprender.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16193-A7B2-40A5-AE03-AA9EAA7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Entregue nesta versão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EC9F9-5D07-45C6-A4B6-D9D66E2B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A3F0"/>
          </a:solidFill>
          <a:ln xmlns:a="http://schemas.openxmlformats.org/drawingml/2006/main" w="0">
            <a:solidFill>
              <a:srgbClr val="AFA3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2C3E8-8894-4635-81B7-98570EB8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Mensagem executiva clara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069F9-8BA9-4853-B430-83E4D1F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A3F0"/>
          </a:solidFill>
          <a:ln xmlns:a="http://schemas.openxmlformats.org/drawingml/2006/main" w="0">
            <a:solidFill>
              <a:srgbClr val="AFA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BCD8D-4200-49C6-B616-36D76C9E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Acesso direto ao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BA409-FF68-4BBE-807F-3CAA832F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A3F0"/>
          </a:solidFill>
          <a:ln xmlns:a="http://schemas.openxmlformats.org/drawingml/2006/main" w="0">
            <a:solidFill>
              <a:srgbClr val="AFA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463FE-620B-4D78-883E-E7A7EF78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Responsividade e acessibilidade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5AE2C-BCB5-4623-A9F7-8DB7A473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A3F0"/>
          </a:solidFill>
          <a:ln xmlns:a="http://schemas.openxmlformats.org/drawingml/2006/main" w="0">
            <a:solidFill>
              <a:srgbClr val="AFA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924F6-4766-46E0-A607-61D0EB52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Contrato automatizado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9E103-45F6-431C-B688-0E60A661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Próximas decisões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06ED9-974F-417D-B0D2-67EE89A7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0">
            <a:solidFill>
              <a:srgbClr val="20A4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40661-B14D-4F01-9B69-D86AFA4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04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Medir cliques nos CTAs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5A466-1E74-4AF8-A8E0-AA985EE0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0">
            <a:solidFill>
              <a:srgbClr val="20A4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F0B18-A977-4A88-9344-8C11DF97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147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Definir autenticação real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19276-ACE1-4DED-940C-1D1DE28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0">
            <a:solidFill>
              <a:srgbClr val="20A4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453E3-69A7-4D33-9743-CD8DDE2E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Validar conteúdo com usuários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8358E-DF98-4780-B841-C60D568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464"/>
          </a:solidFill>
          <a:ln xmlns:a="http://schemas.openxmlformats.org/drawingml/2006/main" w="0">
            <a:solidFill>
              <a:srgbClr val="20A4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FE000-83CF-4A1B-827D-4AA87801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434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5DB"/>
                </a:solidFill>
                <a:latin typeface="Arial"/>
                <a:ea typeface="Arial"/>
                <a:cs typeface="Arial"/>
              </a:rPr>
              <a:t>Reintroduzir oferta somente com evidência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46371-00D4-4914-BF11-C1E8791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FA3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A3F0"/>
                </a:solidFill>
                <a:latin typeface="Arial"/>
                <a:ea typeface="Arial"/>
                <a:cs typeface="Arial"/>
              </a:rPr>
              <a:t>Princípio preservado: demonstrar valor antes de solicitar compromisso.</a:t>
            </a:r>
          </a:p>
        </p:txBody>
      </p:sp>
    </p:spTree>
    <p:extLst>
      <p:ext uri="{BB962C8B-B14F-4D97-AF65-F5344CB8AC3E}">
        <p14:creationId xmlns:p14="http://schemas.microsoft.com/office/powerpoint/2010/main" val="611646899"/>
      </p:ext>
    </p:extLst>
  </p:cSld>
</p:sld>
</file>

<file path=ppt/theme/theme1.xml><?xml version="1.0" encoding="utf-8"?>
<a:theme xmlns:a="http://schemas.openxmlformats.org/drawingml/2006/main" name="ChatGPT">
  <a:themeElements>
    <a:clrScheme name="ProjectFlow">
      <a:dk1>
        <a:srgbClr val="000000"/>
      </a:dk1>
      <a:lt1>
        <a:srgbClr val="FFFFFF"/>
      </a:lt1>
      <a:dk2>
        <a:srgbClr val="111318"/>
      </a:dk2>
      <a:lt2>
        <a:srgbClr val="F0F1F3"/>
      </a:lt2>
      <a:accent1>
        <a:srgbClr val="6D5BD0"/>
      </a:accent1>
      <a:accent2>
        <a:srgbClr val="3D8DFF"/>
      </a:accent2>
      <a:accent3>
        <a:srgbClr val="20A464"/>
      </a:accent3>
      <a:accent4>
        <a:srgbClr val="E19A22"/>
      </a:accent4>
      <a:accent5>
        <a:srgbClr val="D94B4B"/>
      </a:accent5>
      <a:accent6>
        <a:srgbClr val="8892A0"/>
      </a:accent6>
      <a:hlink>
        <a:srgbClr val="3D8DFF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ject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2026-08-06T12:08:42.0560000Z</dcterms:created>
  <dcterms:modified xsi:type="dcterms:W3CDTF">2026-08-06T12:08:42.0560000Z</dcterms:modified>
</coreProperties>
</file>