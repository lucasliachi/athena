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Campanha aprovada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Registro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ICP priorizado: PMO/diretores de operações, empresas de serviços com 5–30 projetos ativos; segunda hipótese apenas com acesso a entrevistas.</a:t>
            </a:r>
          </a:p>
          <a:p>
            <a:pPr>
              <a:spcAft>
                <a:spcPts val="600"/>
              </a:spcAft>
            </a:pPr>
            <a:r>
              <a:t>•  Oferta: piloto assistido de 21 dias com diagnóstico do portfólio real.</a:t>
            </a:r>
          </a:p>
          <a:p>
            <a:pPr>
              <a:spcAft>
                <a:spcPts val="600"/>
              </a:spcAft>
            </a:pPr>
            <a:r>
              <a:t>•  Promessas públicas: clareza, previsibilidade e decisão; mockups rotulados em todas as telas.</a:t>
            </a:r>
          </a:p>
          <a:p>
            <a:pPr>
              <a:spcAft>
                <a:spcPts val="600"/>
              </a:spcAft>
            </a:pPr>
            <a:r>
              <a:t>•  Hooks/tom/CTA: tom provocativo responsável; hook principal de decisão; um CTA único por peça.</a:t>
            </a:r>
          </a:p>
          <a:p>
            <a:pPr>
              <a:spcAft>
                <a:spcPts val="600"/>
              </a:spcAft>
            </a:pPr>
            <a:r>
              <a:t>•  Experimentos e métricas: 3 experimentos com hipótese, owner, métrica, guardrail e data de decisão aprovados.</a:t>
            </a:r>
          </a:p>
          <a:p>
            <a:pPr>
              <a:spcAft>
                <a:spcPts val="600"/>
              </a:spcAft>
            </a:pPr>
            <a:r>
              <a:t>•  Calendário: marcos relativos; publicação permanece condicionada ao G3 e à reavaliação de prontidão do produto.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Condição mantida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A campanha permanece em HOLD para publicação até que a página de acompanhamento de atividades seja especificada e o escopo de prontidão do produto seja reavaliado (decisão do sponsor de 2026-08-05).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