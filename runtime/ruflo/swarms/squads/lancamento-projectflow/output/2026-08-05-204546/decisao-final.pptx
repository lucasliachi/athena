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Decisão final GO/NO-GO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Decisão soberana do sponsor (Ronaldo Mazuhim). O veredito independente de Renata Revisão foi HOLD (média 5,83; UX/UI 3, Evidência 3 e Operação 2 abaixo de 4), porém o sponsor decidiu autorizar o lançamento no escopo aprovado, assumindo o risco documentado.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Condições e responsáveis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As alterações obrigatórias da revisão final permanecem vigentes como condições de execução, sob responsabilidade de seus owners:</a:t>
            </a:r>
          </a:p>
          <a:p>
            <a:pPr>
              <a:spcAft>
                <a:spcPts val="600"/>
              </a:spcAft>
            </a:pPr>
            <a:r>
              <a:t>1.  Auditoria UX/UI (etapa 02) e artefato prontidao-ux.md — Owner: Úrsula Usabilidade.</a:t>
            </a:r>
          </a:p>
          <a:p>
            <a:pPr>
              <a:spcAft>
                <a:spcPts val="600"/>
              </a:spcAft>
            </a:pPr>
            <a:r>
              <a:t>1.  Múltiplos projetos e nome dinâmico do Gantt — Owner: Úrsula Usabilidade.</a:t>
            </a:r>
          </a:p>
          <a:p>
            <a:pPr>
              <a:spcAft>
                <a:spcPts val="600"/>
              </a:spcAft>
            </a:pPr>
            <a:r>
              <a:t>1.  Owners de suporte, analytics e incidentes nomeados — Owner: Ronaldo Mazuhim.</a:t>
            </a:r>
          </a:p>
          <a:p>
            <a:pPr>
              <a:spcAft>
                <a:spcPts val="600"/>
              </a:spcAft>
            </a:pPr>
            <a:r>
              <a:t>1.  Evidência real (10 entrevistas qualificadas + dashboard de funil) — Owner: Marina Mercado.</a:t>
            </a:r>
          </a:p>
          <a:p>
            <a:pPr>
              <a:spcAft>
                <a:spcPts val="600"/>
              </a:spcAft>
            </a:pPr>
            <a:r>
              <a:t>1.  Reavaliação do escopo G2 com a página de acompanhamento de atividades — Owner: Ronaldo Mazuhim.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Prazos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Publicação da campanha: condicionada ao G3, após a campanha aprovada em 2026-08-06 e à conclusão das condições acima.</a:t>
            </a:r>
          </a:p>
          <a:p>
            <a:pPr>
              <a:spcAft>
                <a:spcPts val="600"/>
              </a:spcAft>
            </a:pPr>
            <a:r>
              <a:t>•  Próxima revisão formal: após auditoria UX/UI e correções de produto (revisão 2 de 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revisão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Data da próxima revisão: a definir após a etapa 02 (auditoria UX/UI) e a especificação da página de acompanhamento de atividades.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